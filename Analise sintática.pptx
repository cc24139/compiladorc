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93" r:id="rId3"/>
    <p:sldId id="297" r:id="rId4"/>
    <p:sldId id="294" r:id="rId5"/>
    <p:sldId id="295" r:id="rId6"/>
    <p:sldId id="288" r:id="rId7"/>
    <p:sldId id="296" r:id="rId8"/>
    <p:sldId id="298" r:id="rId9"/>
    <p:sldId id="299" r:id="rId10"/>
    <p:sldId id="300" r:id="rId11"/>
    <p:sldId id="30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Luis Dos R G De Carvalho" userId="e1ebb558-2be2-4ee5-9810-387498d42337" providerId="ADAL" clId="{A26E15CB-2E5B-476F-9F9A-E31003845117}"/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Compilador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Analisador Sintático</a:t>
            </a:r>
            <a:endParaRPr lang="pt-BR" dirty="0"/>
          </a:p>
          <a:p>
            <a:endParaRPr lang="pt-BR" dirty="0"/>
          </a:p>
          <a:p>
            <a:pPr algn="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 André Carvalho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29343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Programa</a:t>
            </a:r>
            <a:endParaRPr lang="en-US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987" y="2548128"/>
            <a:ext cx="9650012" cy="146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457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Bloco</a:t>
            </a:r>
            <a:endParaRPr lang="en-US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033" y="1187529"/>
            <a:ext cx="9044559" cy="553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436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Parâmetros formais</a:t>
            </a:r>
            <a:endParaRPr lang="en-US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043" y="1264555"/>
            <a:ext cx="8772569" cy="531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19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Comando</a:t>
            </a:r>
            <a:endParaRPr lang="en-US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709" y="2792812"/>
            <a:ext cx="9656562" cy="163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73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Comando sem rótulo</a:t>
            </a:r>
            <a:endParaRPr lang="en-US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007" y="1236335"/>
            <a:ext cx="8391249" cy="562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820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Expressão</a:t>
            </a:r>
            <a:endParaRPr lang="en-US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422" y="2527734"/>
            <a:ext cx="9746286" cy="232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236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Expressão simples</a:t>
            </a:r>
            <a:endParaRPr lang="en-US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422" y="2707172"/>
            <a:ext cx="9634235" cy="184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00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Termo</a:t>
            </a:r>
            <a:endParaRPr lang="en-US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422" y="2592984"/>
            <a:ext cx="9661011" cy="213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274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Fator</a:t>
            </a:r>
            <a:endParaRPr lang="en-US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653" y="1167019"/>
            <a:ext cx="8440835" cy="561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291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Fator</a:t>
            </a:r>
            <a:endParaRPr lang="en-US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816" y="1264555"/>
            <a:ext cx="8408479" cy="532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12954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1555</TotalTime>
  <Words>20</Words>
  <Application>Microsoft Office PowerPoint</Application>
  <PresentationFormat>Widescreen</PresentationFormat>
  <Paragraphs>14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Wisp</vt:lpstr>
      <vt:lpstr>Compilador</vt:lpstr>
      <vt:lpstr>Programa</vt:lpstr>
      <vt:lpstr>Bloco</vt:lpstr>
      <vt:lpstr>Parâmetros formais</vt:lpstr>
      <vt:lpstr>Comando</vt:lpstr>
      <vt:lpstr>Comando sem rótulo</vt:lpstr>
      <vt:lpstr>Expressão</vt:lpstr>
      <vt:lpstr>Expressão simples</vt:lpstr>
      <vt:lpstr>Termo</vt:lpstr>
      <vt:lpstr>Fator</vt:lpstr>
      <vt:lpstr>Fator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Linguagem de Programação Python</dc:title>
  <dc:creator>Root</dc:creator>
  <cp:lastModifiedBy>root</cp:lastModifiedBy>
  <cp:revision>106</cp:revision>
  <dcterms:created xsi:type="dcterms:W3CDTF">2019-10-02T17:01:45Z</dcterms:created>
  <dcterms:modified xsi:type="dcterms:W3CDTF">2026-04-10T12:29:08Z</dcterms:modified>
</cp:coreProperties>
</file>